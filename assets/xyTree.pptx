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 snapToObjects="1">
      <p:cViewPr varScale="1">
        <p:scale>
          <a:sx n="160" d="100"/>
          <a:sy n="160" d="100"/>
        </p:scale>
        <p:origin x="1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952F-A327-8B4D-A28F-86DCF040832E}" type="datetimeFigureOut">
              <a:rPr lang="en-US" smtClean="0"/>
              <a:t>2/13/21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A8B8-CA6D-274F-B5FE-B8998E858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88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952F-A327-8B4D-A28F-86DCF040832E}" type="datetimeFigureOut">
              <a:rPr lang="en-US" smtClean="0"/>
              <a:t>2/13/21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A8B8-CA6D-274F-B5FE-B8998E858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2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952F-A327-8B4D-A28F-86DCF040832E}" type="datetimeFigureOut">
              <a:rPr lang="en-US" smtClean="0"/>
              <a:t>2/13/21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A8B8-CA6D-274F-B5FE-B8998E858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93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952F-A327-8B4D-A28F-86DCF040832E}" type="datetimeFigureOut">
              <a:rPr lang="en-US" smtClean="0"/>
              <a:t>2/13/21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A8B8-CA6D-274F-B5FE-B8998E858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88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418"/>
            <a:ext cx="394335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952F-A327-8B4D-A28F-86DCF040832E}" type="datetimeFigureOut">
              <a:rPr lang="en-US" smtClean="0"/>
              <a:t>2/13/21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A8B8-CA6D-274F-B5FE-B8998E858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5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952F-A327-8B4D-A28F-86DCF040832E}" type="datetimeFigureOut">
              <a:rPr lang="en-US" smtClean="0"/>
              <a:t>2/13/21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A8B8-CA6D-274F-B5FE-B8998E858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16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952F-A327-8B4D-A28F-86DCF040832E}" type="datetimeFigureOut">
              <a:rPr lang="en-US" smtClean="0"/>
              <a:t>2/13/21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A8B8-CA6D-274F-B5FE-B8998E858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5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952F-A327-8B4D-A28F-86DCF040832E}" type="datetimeFigureOut">
              <a:rPr lang="en-US" smtClean="0"/>
              <a:t>2/13/21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A8B8-CA6D-274F-B5FE-B8998E858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95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5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952F-A327-8B4D-A28F-86DCF040832E}" type="datetimeFigureOut">
              <a:rPr lang="en-US" smtClean="0"/>
              <a:t>2/13/21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A8B8-CA6D-274F-B5FE-B8998E858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9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952F-A327-8B4D-A28F-86DCF040832E}" type="datetimeFigureOut">
              <a:rPr lang="en-US" smtClean="0"/>
              <a:t>2/13/21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A8B8-CA6D-274F-B5FE-B8998E858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64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E952F-A327-8B4D-A28F-86DCF040832E}" type="datetimeFigureOut">
              <a:rPr lang="en-US" smtClean="0"/>
              <a:t>2/13/21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A8B8-CA6D-274F-B5FE-B8998E858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89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8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E952F-A327-8B4D-A28F-86DCF040832E}" type="datetimeFigureOut">
              <a:rPr lang="en-US" smtClean="0"/>
              <a:t>2/13/21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CA8B8-CA6D-274F-B5FE-B8998E858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32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E66AE5D-2FB8-9D40-8EB2-A18130A7CCBD}"/>
              </a:ext>
            </a:extLst>
          </p:cNvPr>
          <p:cNvSpPr/>
          <p:nvPr/>
        </p:nvSpPr>
        <p:spPr>
          <a:xfrm>
            <a:off x="1682216" y="328067"/>
            <a:ext cx="1280160" cy="12801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B279932-60A3-8445-902E-5CC75DF8203F}"/>
                  </a:ext>
                </a:extLst>
              </p:cNvPr>
              <p:cNvSpPr/>
              <p:nvPr/>
            </p:nvSpPr>
            <p:spPr>
              <a:xfrm>
                <a:off x="2622868" y="2010283"/>
                <a:ext cx="1282953" cy="8362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=0.8919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SE=0.02256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N=35</a:t>
                </a: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B279932-60A3-8445-902E-5CC75DF820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868" y="2010283"/>
                <a:ext cx="1282953" cy="836282"/>
              </a:xfrm>
              <a:prstGeom prst="rect">
                <a:avLst/>
              </a:prstGeom>
              <a:blipFill>
                <a:blip r:embed="rId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F55677-61A1-AE46-9405-B015C266DF67}"/>
              </a:ext>
            </a:extLst>
          </p:cNvPr>
          <p:cNvCxnSpPr>
            <a:cxnSpLocks/>
            <a:stCxn id="4" idx="4"/>
            <a:endCxn id="50" idx="0"/>
          </p:cNvCxnSpPr>
          <p:nvPr/>
        </p:nvCxnSpPr>
        <p:spPr>
          <a:xfrm flipH="1">
            <a:off x="1602005" y="1608227"/>
            <a:ext cx="720291" cy="4020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B4542F-18AF-0942-A718-DE08D5A2EFA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2322296" y="1608227"/>
            <a:ext cx="942049" cy="4020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E9B282A-2DA6-034D-BFE9-71C1099CBAC3}"/>
                  </a:ext>
                </a:extLst>
              </p:cNvPr>
              <p:cNvSpPr/>
              <p:nvPr/>
            </p:nvSpPr>
            <p:spPr>
              <a:xfrm>
                <a:off x="961925" y="2010283"/>
                <a:ext cx="1280160" cy="836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</a:rPr>
                  <a:t>=</a:t>
                </a:r>
                <a:r>
                  <a:rPr lang="en-US" sz="1600" dirty="0">
                    <a:solidFill>
                      <a:schemeClr val="tx1"/>
                    </a:solidFill>
                  </a:rPr>
                  <a:t>0.1066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SE=0.02286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N=36</a:t>
                </a:r>
              </a:p>
            </p:txBody>
          </p:sp>
        </mc:Choice>
        <mc:Fallback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E9B282A-2DA6-034D-BFE9-71C1099CBA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925" y="2010283"/>
                <a:ext cx="1280160" cy="83628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4EBBA77-EB5F-5347-9BFA-CB69380FF210}"/>
              </a:ext>
            </a:extLst>
          </p:cNvPr>
          <p:cNvSpPr txBox="1"/>
          <p:nvPr/>
        </p:nvSpPr>
        <p:spPr>
          <a:xfrm>
            <a:off x="1511067" y="1501478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&lt;=0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956223-55DB-374B-A4C7-FE7F7DCA4199}"/>
              </a:ext>
            </a:extLst>
          </p:cNvPr>
          <p:cNvSpPr txBox="1"/>
          <p:nvPr/>
        </p:nvSpPr>
        <p:spPr>
          <a:xfrm>
            <a:off x="2793320" y="1501478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&gt;0</a:t>
            </a:r>
          </a:p>
        </p:txBody>
      </p:sp>
    </p:spTree>
    <p:extLst>
      <p:ext uri="{BB962C8B-B14F-4D97-AF65-F5344CB8AC3E}">
        <p14:creationId xmlns:p14="http://schemas.microsoft.com/office/powerpoint/2010/main" val="363356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E66AE5D-2FB8-9D40-8EB2-A18130A7CCBD}"/>
              </a:ext>
            </a:extLst>
          </p:cNvPr>
          <p:cNvSpPr/>
          <p:nvPr/>
        </p:nvSpPr>
        <p:spPr>
          <a:xfrm>
            <a:off x="1682216" y="328067"/>
            <a:ext cx="1280160" cy="12801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B279932-60A3-8445-902E-5CC75DF8203F}"/>
                  </a:ext>
                </a:extLst>
              </p:cNvPr>
              <p:cNvSpPr/>
              <p:nvPr/>
            </p:nvSpPr>
            <p:spPr>
              <a:xfrm>
                <a:off x="2622868" y="2010283"/>
                <a:ext cx="1282953" cy="8362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=0.8919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SE=0.02256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N=35</a:t>
                </a: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B279932-60A3-8445-902E-5CC75DF820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868" y="2010283"/>
                <a:ext cx="1282953" cy="836282"/>
              </a:xfrm>
              <a:prstGeom prst="rect">
                <a:avLst/>
              </a:prstGeom>
              <a:blipFill>
                <a:blip r:embed="rId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F55677-61A1-AE46-9405-B015C266DF67}"/>
              </a:ext>
            </a:extLst>
          </p:cNvPr>
          <p:cNvCxnSpPr>
            <a:cxnSpLocks/>
            <a:stCxn id="4" idx="4"/>
            <a:endCxn id="20" idx="0"/>
          </p:cNvCxnSpPr>
          <p:nvPr/>
        </p:nvCxnSpPr>
        <p:spPr>
          <a:xfrm flipH="1">
            <a:off x="1582057" y="1608227"/>
            <a:ext cx="740239" cy="4215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B4542F-18AF-0942-A718-DE08D5A2EFA7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2322296" y="1608227"/>
            <a:ext cx="942049" cy="4020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4EBBA77-EB5F-5347-9BFA-CB69380FF210}"/>
              </a:ext>
            </a:extLst>
          </p:cNvPr>
          <p:cNvSpPr txBox="1"/>
          <p:nvPr/>
        </p:nvSpPr>
        <p:spPr>
          <a:xfrm>
            <a:off x="1511067" y="1501478"/>
            <a:ext cx="45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&lt;=0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956223-55DB-374B-A4C7-FE7F7DCA4199}"/>
              </a:ext>
            </a:extLst>
          </p:cNvPr>
          <p:cNvSpPr txBox="1"/>
          <p:nvPr/>
        </p:nvSpPr>
        <p:spPr>
          <a:xfrm>
            <a:off x="2793320" y="1501478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&gt;0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290AC65-A658-2049-9650-38B448796615}"/>
                  </a:ext>
                </a:extLst>
              </p:cNvPr>
              <p:cNvSpPr/>
              <p:nvPr/>
            </p:nvSpPr>
            <p:spPr>
              <a:xfrm>
                <a:off x="64753" y="3485247"/>
                <a:ext cx="1280160" cy="836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=0.04658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SE=0.01389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N=28</a:t>
                </a: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290AC65-A658-2049-9650-38B4487966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3" y="3485247"/>
                <a:ext cx="1280160" cy="836283"/>
              </a:xfrm>
              <a:prstGeom prst="rect">
                <a:avLst/>
              </a:prstGeom>
              <a:blipFill>
                <a:blip r:embed="rId3"/>
                <a:stretch>
                  <a:fillRect t="-1493" b="-74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47939DC-A1B0-074D-9265-DB5360BE3A69}"/>
                  </a:ext>
                </a:extLst>
              </p:cNvPr>
              <p:cNvSpPr/>
              <p:nvPr/>
            </p:nvSpPr>
            <p:spPr>
              <a:xfrm>
                <a:off x="1803124" y="3485247"/>
                <a:ext cx="1280160" cy="836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=0.3165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SE=0.03258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N=8</a:t>
                </a: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47939DC-A1B0-074D-9265-DB5360BE3A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124" y="3485247"/>
                <a:ext cx="1280160" cy="836283"/>
              </a:xfrm>
              <a:prstGeom prst="rect">
                <a:avLst/>
              </a:prstGeom>
              <a:blipFill>
                <a:blip r:embed="rId4"/>
                <a:stretch>
                  <a:fillRect t="-1493" b="-74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4F77A9-F0BE-1B4A-A823-68BE53889618}"/>
              </a:ext>
            </a:extLst>
          </p:cNvPr>
          <p:cNvCxnSpPr>
            <a:cxnSpLocks/>
            <a:stCxn id="20" idx="4"/>
            <a:endCxn id="9" idx="0"/>
          </p:cNvCxnSpPr>
          <p:nvPr/>
        </p:nvCxnSpPr>
        <p:spPr>
          <a:xfrm flipH="1">
            <a:off x="704833" y="3025805"/>
            <a:ext cx="877224" cy="4594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663E7C-DF32-4742-8EB3-6753035306EF}"/>
              </a:ext>
            </a:extLst>
          </p:cNvPr>
          <p:cNvCxnSpPr>
            <a:cxnSpLocks/>
            <a:stCxn id="20" idx="4"/>
            <a:endCxn id="10" idx="0"/>
          </p:cNvCxnSpPr>
          <p:nvPr/>
        </p:nvCxnSpPr>
        <p:spPr>
          <a:xfrm>
            <a:off x="1582057" y="3025805"/>
            <a:ext cx="861147" cy="4594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9E98FBE-FAEF-3B42-B711-B4F659F5C854}"/>
              </a:ext>
            </a:extLst>
          </p:cNvPr>
          <p:cNvSpPr txBox="1"/>
          <p:nvPr/>
        </p:nvSpPr>
        <p:spPr>
          <a:xfrm>
            <a:off x="485502" y="2956930"/>
            <a:ext cx="6463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&lt;=-1.5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F01EB4-658A-4640-83D3-D922BEF4AB40}"/>
              </a:ext>
            </a:extLst>
          </p:cNvPr>
          <p:cNvSpPr txBox="1"/>
          <p:nvPr/>
        </p:nvSpPr>
        <p:spPr>
          <a:xfrm>
            <a:off x="2034460" y="2956929"/>
            <a:ext cx="556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&gt;-1.5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03424E1-C61D-6B4C-A0C6-97E72CBE18E4}"/>
              </a:ext>
            </a:extLst>
          </p:cNvPr>
          <p:cNvSpPr/>
          <p:nvPr/>
        </p:nvSpPr>
        <p:spPr>
          <a:xfrm>
            <a:off x="1077330" y="2029794"/>
            <a:ext cx="1009453" cy="9960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53545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254</TotalTime>
  <Words>60</Words>
  <Application>Microsoft Macintosh PowerPoint</Application>
  <PresentationFormat>Custom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Andy Bunn</dc:creator>
  <cp:lastModifiedBy>Andy Bunn</cp:lastModifiedBy>
  <cp:revision>9</cp:revision>
  <dcterms:created xsi:type="dcterms:W3CDTF">2021-01-20T21:05:42Z</dcterms:created>
  <dcterms:modified xsi:type="dcterms:W3CDTF">2021-02-14T06:37:51Z</dcterms:modified>
</cp:coreProperties>
</file>